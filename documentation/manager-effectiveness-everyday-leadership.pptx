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99e492b61f4f7d" /><Relationship Type="http://schemas.openxmlformats.org/officeDocument/2006/relationships/extended-properties" Target="/docProps/app.xml" Id="Rbae960f77a60418a" /><Relationship Type="http://schemas.openxmlformats.org/officeDocument/2006/relationships/officeDocument" Target="/ppt/presentation.xml" Id="R6cf7107bd72e46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a796125c8e43d4"/>
  </p:sldMasterIdLst>
  <p:notesMasterIdLst>
    <p:notesMasterId xmlns:r="http://schemas.openxmlformats.org/officeDocument/2006/relationships" r:id="R2710999fd9684efe"/>
  </p:notesMasterIdLst>
  <p:sldIdLst>
    <p:sldId xmlns:r="http://schemas.openxmlformats.org/officeDocument/2006/relationships" id="256" r:id="R6e4287c04bf3436f"/>
    <p:sldId xmlns:r="http://schemas.openxmlformats.org/officeDocument/2006/relationships" id="257" r:id="Rb8b3b496c63b41c0"/>
    <p:sldId xmlns:r="http://schemas.openxmlformats.org/officeDocument/2006/relationships" id="258" r:id="R7caf978c88f9444a"/>
    <p:sldId xmlns:r="http://schemas.openxmlformats.org/officeDocument/2006/relationships" id="259" r:id="R22a18e1d3c034dc3"/>
    <p:sldId xmlns:r="http://schemas.openxmlformats.org/officeDocument/2006/relationships" id="260" r:id="R3f3cc4b4d20b4a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796125c8e43d4" /><Relationship Type="http://schemas.openxmlformats.org/officeDocument/2006/relationships/theme" Target="/ppt/theme/theme1.xml" Id="R249eea44c29b4305" /><Relationship Type="http://schemas.openxmlformats.org/officeDocument/2006/relationships/notesMaster" Target="/ppt/notesMasters/notesMaster1.xml" Id="R2710999fd9684efe" /><Relationship Type="http://schemas.openxmlformats.org/officeDocument/2006/relationships/presProps" Target="/ppt/presProps.xml" Id="R4c163ecb4ada4987" /><Relationship Type="http://schemas.openxmlformats.org/officeDocument/2006/relationships/viewProps" Target="/ppt/viewProps.xml" Id="Rbf19ce4dc54d475d" /><Relationship Type="http://schemas.openxmlformats.org/officeDocument/2006/relationships/tableStyles" Target="/ppt/tableStyles.xml" Id="R57a4d7d790594174" /><Relationship Type="http://schemas.openxmlformats.org/officeDocument/2006/relationships/slide" Target="/ppt/slides/slide1.xml" Id="R6e4287c04bf3436f" /><Relationship Type="http://schemas.openxmlformats.org/officeDocument/2006/relationships/slide" Target="/ppt/slides/slide2.xml" Id="Rb8b3b496c63b41c0" /><Relationship Type="http://schemas.openxmlformats.org/officeDocument/2006/relationships/slide" Target="/ppt/slides/slide3.xml" Id="R7caf978c88f9444a" /><Relationship Type="http://schemas.openxmlformats.org/officeDocument/2006/relationships/slide" Target="/ppt/slides/slide4.xml" Id="R22a18e1d3c034dc3" /><Relationship Type="http://schemas.openxmlformats.org/officeDocument/2006/relationships/slide" Target="/ppt/slides/slide5.xml" Id="R3f3cc4b4d20b4a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f24cbb95ec64c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04c31a6d8f4442" /><Relationship Type="http://schemas.openxmlformats.org/officeDocument/2006/relationships/notesMaster" Target="/ppt/notesMasters/notesMaster1.xml" Id="R88d12f221a2d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8f5ffbe84947eb" /><Relationship Type="http://schemas.openxmlformats.org/officeDocument/2006/relationships/notesMaster" Target="/ppt/notesMasters/notesMaster1.xml" Id="R057c05871f0041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70efc584df43cc" /><Relationship Type="http://schemas.openxmlformats.org/officeDocument/2006/relationships/notesMaster" Target="/ppt/notesMasters/notesMaster1.xml" Id="R3c0b659909c64c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ed74da8dd344f0" /><Relationship Type="http://schemas.openxmlformats.org/officeDocument/2006/relationships/notesMaster" Target="/ppt/notesMasters/notesMaster1.xml" Id="R3a1bd579019c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c04895c49746ea" /><Relationship Type="http://schemas.openxmlformats.org/officeDocument/2006/relationships/notesMaster" Target="/ppt/notesMasters/notesMaster1.xml" Id="R2a7a479965b7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30673d29741a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f454ec0a3554f2c" /><Relationship Type="http://schemas.openxmlformats.org/officeDocument/2006/relationships/slideLayout" Target="/ppt/slideLayouts/slideLayout2.xml" Id="R2224d35756104b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4d35756104b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19563db7c44dae" /><Relationship Type="http://schemas.openxmlformats.org/officeDocument/2006/relationships/notesSlide" Target="/ppt/notesSlides/notesSlide1.xml" Id="R60f9d5b96f9a4e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98b07526554aab" /><Relationship Type="http://schemas.openxmlformats.org/officeDocument/2006/relationships/notesSlide" Target="/ppt/notesSlides/notesSlide2.xml" Id="Rbbef4571d97043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dfbee94a954315" /><Relationship Type="http://schemas.openxmlformats.org/officeDocument/2006/relationships/notesSlide" Target="/ppt/notesSlides/notesSlide3.xml" Id="R649703141f884e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6901dd9dde4a9a" /><Relationship Type="http://schemas.openxmlformats.org/officeDocument/2006/relationships/notesSlide" Target="/ppt/notesSlides/notesSlide4.xml" Id="R36887542db0f4a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3e025c4b7c4828" /><Relationship Type="http://schemas.openxmlformats.org/officeDocument/2006/relationships/notesSlide" Target="/ppt/notesSlides/notesSlide5.xml" Id="R6e6385dfe1794d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B05E67-E35E-4557-9E3B-4E5BF21D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F9D65-3A1F-4089-B836-E9F3401E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426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4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5928C-17E5-463A-A1CB-19ED984E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14400"/>
            <a:ext cx="228600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A85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1C8DA-FA28-45D3-9815-ADFD9B52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137160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B8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50539-7CAC-48D5-922E-DD355714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762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99FFB-33EF-481D-B342-69CDDE84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DA4AB-4402-4721-AE21-C6DB1738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338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t>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D8EF4-DF8B-4380-8899-13B3FF7A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196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9B8E"/>
                </a:solidFill>
                <a:latin typeface="Aptos"/>
                <a:ea typeface="Aptos"/>
                <a:cs typeface="Aptos"/>
              </a:defRPr>
            </a:pPr>
            <a:r>
              <a:t>Enable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45506-0755-485B-B1AA-5689698B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B61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BF7E3-1C11-446F-BD8A-B9E6523F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BDAFE"/>
                </a:solidFill>
                <a:latin typeface="Aptos"/>
                <a:ea typeface="Aptos"/>
                <a:cs typeface="Aptos"/>
              </a:defRPr>
            </a:pPr>
            <a:r>
              <a:t>SRI-B LEADERSHIP TASK FORCE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9CD0D-0E37-4C57-A109-BA75070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76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Manager Effectiveness &amp; Everyday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5B672-9BD3-4D87-B558-EEF69AAF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619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8D2E1"/>
                </a:solidFill>
                <a:latin typeface="Aptos"/>
                <a:ea typeface="Aptos"/>
                <a:cs typeface="Aptos"/>
              </a:defRPr>
            </a:pPr>
            <a:r>
              <a:t>Plan for Samsung R&amp;D Institute Bangalore managers and employees, running from June 2026 to December 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6275F-6527-4D45-90E6-5E4B40D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9431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3365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6457E-4042-40C1-9FD5-57E86C1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600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CC5FF"/>
                </a:solidFill>
                <a:latin typeface="Aptos"/>
                <a:ea typeface="Aptos"/>
                <a:cs typeface="Aptos"/>
              </a:defRPr>
            </a:pPr>
            <a:r>
              <a:t>SRIB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3DA59-9171-4503-9BBD-F46C2FFD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600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539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DEEA"/>
                </a:solidFill>
                <a:latin typeface="Aptos"/>
                <a:ea typeface="Aptos"/>
                <a:cs typeface="Aptos"/>
              </a:defRPr>
            </a:pPr>
            <a:r>
              <a:t>Audience: managers, first-time managers, leaders, and employees across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868E1-D6C4-41DE-B119-C35C6732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05250"/>
            <a:ext cx="21907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3365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8F527-06EC-4BE4-8703-52511679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BE0D6"/>
                </a:solidFill>
                <a:latin typeface="Aptos"/>
                <a:ea typeface="Aptos"/>
                <a:cs typeface="Aptos"/>
              </a:defRPr>
            </a:pPr>
            <a:r>
              <a:t>Jun-Dec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CB213-8003-4566-9A75-266E21A4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106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DEEA"/>
                </a:solidFill>
                <a:latin typeface="Aptos"/>
                <a:ea typeface="Aptos"/>
                <a:cs typeface="Aptos"/>
              </a:defRPr>
            </a:pPr>
            <a:r>
              <a:t>Time horizon: launch in June 2026 and institutionalize by December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313B7-832E-44B4-BADA-C3513E7E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05250"/>
            <a:ext cx="21907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33655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A418C-AE73-46BA-B8B1-AA22D732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767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767"/>
                </a:solidFill>
                <a:latin typeface="Aptos"/>
                <a:ea typeface="Aptos"/>
                <a:cs typeface="Aptos"/>
              </a:defRPr>
            </a:pPr>
            <a:r>
              <a:t>LMD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95D136-C4BF-4F62-8B82-529C103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958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30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DEEA"/>
                </a:solidFill>
                <a:latin typeface="Aptos"/>
                <a:ea typeface="Aptos"/>
                <a:cs typeface="Aptos"/>
              </a:defRPr>
            </a:pPr>
            <a:r>
              <a:t>Partner with LMD for curriculum, toolkits, and transition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D7D72-0F28-460F-BEC4-4961A6BD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3D5"/>
                </a:solidFill>
                <a:latin typeface="Aptos"/>
                <a:ea typeface="Aptos"/>
                <a:cs typeface="Aptos"/>
              </a:defRPr>
            </a:pPr>
            <a:r>
              <a:t>Draft initiative plan for SRIB internal discussion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A5B24-BD19-4B45-8984-80689F7A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D96A6"/>
                </a:solidFill>
                <a:latin typeface="Aptos"/>
                <a:ea typeface="Aptos"/>
                <a:cs typeface="Aptos"/>
              </a:defRPr>
            </a:pPr>
            <a:r>
              <a:t>Samsung R&amp;D Institute Bangalore | SRIB Managers and Employees | June-Dec 2026</a:t>
            </a:r>
          </a:p>
        </p:txBody>
      </p:sp>
    </p:spTree>
    <p:extLst>
      <p:ext uri="{BB962C8B-B14F-4D97-AF65-F5344CB8AC3E}">
        <p14:creationId xmlns:p14="http://schemas.microsoft.com/office/powerpoint/2010/main" val="1899101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FCEC7A-5777-4E84-8AE1-C41DE98C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762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5E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3C861-C6A4-43BB-A7A6-29FD57DB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t>SRIB NORTH 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55A50-AAA6-4AFF-BAC6-3BA441BE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10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B9469-8E07-4554-9967-AB8E8992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096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Make people leadership an everyday SRIB practice.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A7FE6-C6DE-4A86-BC90-769F873D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76676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By December 2026, employees should experience clearer expectations, faster feedback, stronger coaching, and better support from their managers.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40199-FA21-4E59-85F4-0A374F1B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23908-A95A-4395-98EA-760BE8EC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t>Manager effectiveness flywheel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2A205-7D05-4440-941C-E5CECE64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90850"/>
            <a:ext cx="9334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BC50B-FBFE-4560-B69A-29993A72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76575"/>
            <a:ext cx="742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Role clarity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34C94-0492-42DE-9863-30EB6472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76600"/>
            <a:ext cx="7810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What good looks like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8E0C7-E3ED-4F3F-9B17-AEB1255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28975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CAB73-BE68-4C8F-B7FE-0CACA210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9334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5E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268D5-7F88-4F25-BAC7-748E1A1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76575"/>
            <a:ext cx="742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BBD61-6A25-45EB-BC62-6E3AA390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76600"/>
            <a:ext cx="7810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Ask, listen, guide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7022A-7258-46D0-9CB9-C7E9BFAF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28975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70F51-0160-4ED6-B6D0-33C78ED0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9334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7E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7DCFB-C5D7-4147-AC79-8B5C7C20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76575"/>
            <a:ext cx="742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A25FE-FE3D-4014-8E20-BA073669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76600"/>
            <a:ext cx="7810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Continuous signals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EFC30-5127-4FC9-B0DE-5D656C61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28975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090BC-9751-45A5-ADA5-E85CA235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9334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C9F7D-1C8D-4478-9937-E2C42F94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76575"/>
            <a:ext cx="742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Enable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F8F48-786E-40D8-92FE-679940B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7810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Toolkits and rituals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3A7D9-47C3-42B8-97B2-8F7D5454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28975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B910D-180E-4BFE-8A4E-8D79E6AE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9334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E7CA8-F52C-4E3C-8701-BF23F79E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76575"/>
            <a:ext cx="742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Learn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5F376-0156-4EFD-AFA2-AC5853F4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76600"/>
            <a:ext cx="7810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Leader circles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29EE49-E2E0-4982-A508-1DF7A3F9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314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A23643-4258-4B17-98E7-49EFA657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66675" cy="12573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5E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FE964-97C5-4FDD-8CA8-95B88256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2933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For managers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EE43C-92D8-4196-BD9E-22A33CB9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2933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A common SRIB standard for 1:1s, coaching conversations, feedback moments, and team learning routines.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A122B-6BFB-47B7-9BAE-962EFA56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4350"/>
            <a:ext cx="3314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58F93F-0731-4709-94B2-7D3E4D54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4350"/>
            <a:ext cx="66675" cy="12573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9B8E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BDF5A0-DC14-448B-A9A6-8422C55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95800"/>
            <a:ext cx="2933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For employees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8318C6-0589-445D-8E4B-0C1961DB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57750"/>
            <a:ext cx="2933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More timely guidance, stronger recognition, clearer growth conversations, and fewer surprises in formal review cycles.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3D8A32-9349-4D56-922E-97E2B407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3314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106731-5BC9-416B-BCEC-F1136DA0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66675" cy="12573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A623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082410-5691-408B-AA21-81CB758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95800"/>
            <a:ext cx="2933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For leaders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D735B7-62EA-483F-9653-C8645B32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2933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Visible modeling through learning circles, walk-and-talks, skip-level listening, and monthly adoption reviews.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E4F5D8-7A3E-4673-953C-EE7AB34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838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Outcome: SRIB managers grow people continuously while sustaining delivery excellence.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D39A93-2FDA-46E7-98E5-BFC9380C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D96A6"/>
                </a:solidFill>
                <a:latin typeface="Aptos"/>
                <a:ea typeface="Aptos"/>
                <a:cs typeface="Aptos"/>
              </a:defRPr>
            </a:pPr>
            <a:r>
              <a:t>Samsung R&amp;D Institute Bangalore | SRIB Managers and Employees | June-Dec 2026</a:t>
            </a:r>
          </a:p>
        </p:txBody>
      </p:sp>
    </p:spTree>
    <p:extLst>
      <p:ext uri="{BB962C8B-B14F-4D97-AF65-F5344CB8AC3E}">
        <p14:creationId xmlns:p14="http://schemas.microsoft.com/office/powerpoint/2010/main" val="1631761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F7B08-8A3C-4679-97F5-1DBE3FC0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762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5E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E13FC-3E9C-4D34-A3F8-CFF23C7F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t>JUNE-DEC 2026 WORKSTREAMS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D4F3B-6373-4778-ABCE-6CD1C9B7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10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39DA3-FF3C-4401-B7DE-8CB58F77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096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Four workstreams convert intent into SRIB manager routines.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17974-EBAA-4047-AB06-6970BD80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76676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Each workstream has a concrete artifact, operating rhythm, and owner group so the initiative can scale across SRIB teams.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0B8CB-93FE-420B-9A6B-860A66D4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5C701-DF66-4303-9E40-41C077D4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66675" cy="11430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5E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0CF23-9F69-4D76-AA00-6B44F09B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66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1. Managers and leaders as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5485F-36C9-49E9-9CC8-628A210A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67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Coach-the-coach labs, leader shadowing, coaching question banks, and monthly manager practice sessions.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3288D-E56B-4416-AF07-AA679C59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872DF-CD82-4659-A103-496B1DAE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66675" cy="11430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9B8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335FC-CDEA-40E5-86C6-22C75666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66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2. Continuous feedback culture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408F5-A87B-4E65-8C6F-C637422F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667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Replace annual-only feedback with weekly/monthly check-ins, project debriefs, feedforward prompts, and recognition moments.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C6B43-47FA-4546-B256-30487D2F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65CE7-63E6-45C6-AB08-C4C9EED2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" cy="11430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A623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49DDA-030E-47E1-AAD1-9308E75C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66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3. Manager enablement toolkit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BEFF9-B9E5-4F4E-9678-4CA528CF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667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SRIB-ready 1:1 templates, team charter canvas, difficult conversation guides, onboarding checklists, and pulse survey packs.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335AD-BD15-473F-974B-DD38848E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3E1AB-3D41-4F20-BEC7-EB54A2F2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66675" cy="11430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F4A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36F59-F5F3-4448-A3FE-3070ACE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466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4. Leader-led learning circles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0C579-26C4-4387-854D-8E1ED4D5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667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Leaders facilitate small circles, walk-and-talks, case clinics, and peer learning to make development local and practical.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6E527-4DC2-4831-8567-8440692E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1010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45356-5495-4511-A289-2BA7C43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00725"/>
            <a:ext cx="933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Design principle: every theme becomes a repeatable SRIB manager ritual by December 2026, not a one-time workshop.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BC7CC-CEB3-4FC0-BA61-E5A9720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D96A6"/>
                </a:solidFill>
                <a:latin typeface="Aptos"/>
                <a:ea typeface="Aptos"/>
                <a:cs typeface="Aptos"/>
              </a:defRPr>
            </a:pPr>
            <a:r>
              <a:t>Samsung R&amp;D Institute Bangalore | SRIB Managers and Employees | June-Dec 2026</a:t>
            </a:r>
          </a:p>
        </p:txBody>
      </p:sp>
    </p:spTree>
    <p:extLst>
      <p:ext uri="{BB962C8B-B14F-4D97-AF65-F5344CB8AC3E}">
        <p14:creationId xmlns:p14="http://schemas.microsoft.com/office/powerpoint/2010/main" val="869386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B8D7D3-6E03-4397-BFE2-72D6D31F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762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5E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4102D-396B-4F0D-B32D-53019AC6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33211-9F41-46A8-858D-907CA743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10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26CF8-C39F-4D73-A676-E9DB1EC9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096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Build with LMD, pilot inside SRIB, scale through leaders.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48199-FBDB-4148-9E63-7C239B83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76676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The task force owns direction and governance while LMD strengthens design, facilitation, and first-time manager transition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3063D-A984-4F08-85E4-F07DE9CA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9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29260-D859-4A9C-A952-8AEC5FB7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SRIB Task Force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6B063-6F92-4481-B6FA-D99FFD82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981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Set charter, success metrics, leadership sponsorship, governance cadence.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2F143-4654-434E-B259-3B3F043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FF5E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3860F-7327-446C-BC6A-6FA36A02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LMD Partner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3A3DC-2C34-45AB-9DE2-9F37D5FF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981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Co-design curriculum, toolkits, learning circles, and first-time manager pathway.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035D1-8939-416A-AC55-7664A82A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CC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3C15A-1475-4CF8-98E1-A0626D07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Business Leaders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5437A-19CD-49DB-B11F-57B4289F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1981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Model behaviors, sponsor circles, identify pilot teams, review adoption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FBB5C-42C1-4505-A0B0-A7BBB9B5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289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E7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86596-5FDA-4A00-9AD8-41B455A8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Managers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57775-FF1C-4F3B-B046-F724CE0C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62300"/>
            <a:ext cx="1981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Run rituals: 1:1s, feedback moments, huddles, debriefs, and coaching conversations.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00BEB-2C8F-429E-9CF0-4B2C6F3B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0553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53BB7-86C2-4924-AA3B-1F8CF3B6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78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First-time manager transition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E601C-6EB7-4662-9D0D-000F16E0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48200"/>
            <a:ext cx="66675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5E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31505-6BEA-4F6A-BA18-EC1638E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72000"/>
            <a:ext cx="6686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June-July: pre-role orientation on expectations, people responsibilities, and first 90-day moments.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DC9B7-ECDB-4BD9-90AA-0DBDC14B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91100"/>
            <a:ext cx="66675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9B8E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81922-C90D-45A5-B1E7-ACA43519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14900"/>
            <a:ext cx="6686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August-December: buddy leader and LMD clinic for case discussion, feedback practice, and escalation support.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54A67-1A5A-45A5-B2A6-F687714C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1B5D7-4D85-4BBB-BD7C-332294E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81675"/>
            <a:ext cx="923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Governance cadence: monthly adoption review from June to December 2026, plus quarterly employee pulse.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0737D-7930-4E1A-B1E0-0D6CE201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D96A6"/>
                </a:solidFill>
                <a:latin typeface="Aptos"/>
                <a:ea typeface="Aptos"/>
                <a:cs typeface="Aptos"/>
              </a:defRPr>
            </a:pPr>
            <a:r>
              <a:t>Samsung R&amp;D Institute Bangalore | SRIB Managers and Employees | June-Dec 2026</a:t>
            </a:r>
          </a:p>
        </p:txBody>
      </p:sp>
    </p:spTree>
    <p:extLst>
      <p:ext uri="{BB962C8B-B14F-4D97-AF65-F5344CB8AC3E}">
        <p14:creationId xmlns:p14="http://schemas.microsoft.com/office/powerpoint/2010/main" val="1348808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C2A277-447E-425C-882A-09F68FC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762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5E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4BCE7-8DCF-4CC7-A482-FAB287FE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t>JUNE-DEC 2026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1CD95-DA0B-4B8E-BEA0-86E13B6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10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24A3A-12BF-43EE-83E6-CD4F250E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096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Start in June, prove behavior change, institutionalize by December.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E9739-F0DA-465A-A1EB-C88405F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76676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The rollout creates visible wins without waiting for the annual HR or performance 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B92A4-32B4-49E6-B4FE-2D958811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028950" cy="196215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E7F21-2E21-4C51-B704-F5508A39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028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5E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07EB8-B7D1-4BB3-90A9-6105535C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Jun-Jul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7217D-A8E3-4A3F-AAE0-919A1402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62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76771-65A6-4199-90C4-C445889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571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Finalize SRIB charter, manager behavior standard, pilot groups, and first toolkit pack.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52FB2-6F89-46ED-81E2-8635121E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57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t>Artifact: SRIB charter + toolkit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8369F-F789-4208-AACB-22FC5109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3028950" cy="196215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5AD65-421A-4988-9634-D1A8B529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3028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9B8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74577-F23B-4FC8-A667-4EC759B6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Aug-Sep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639A3-9086-4BC2-962A-A98F59C3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62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CB6B5-F554-49BD-86EE-089B6DC8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571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Run coaching labs, launch continuous feedback rituals, and host leader-led learning circles.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40DB1-ECFD-48AB-B97F-420BF0E6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0"/>
            <a:ext cx="257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9B8E"/>
                </a:solidFill>
                <a:latin typeface="Aptos"/>
                <a:ea typeface="Aptos"/>
                <a:cs typeface="Aptos"/>
              </a:defRPr>
            </a:pPr>
            <a:r>
              <a:t>Artifact: pilot evidence pack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AE3A4-1653-418A-8609-C22A413C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3028950" cy="196215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35FF3-E77C-4FCA-89D1-21205E44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3028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A62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11E5C-09CA-44F6-AE4F-3689CF34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Oct-Dec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F5D04-8811-4ADC-B111-BDE92200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62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5412B-82A6-4E88-810A-E23D1DD5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571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Refine from pulse data, train champions, publish playbook, and align with review cycle inputs.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61F36-7C67-435B-B95B-C9697EC0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257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6500"/>
                </a:solidFill>
                <a:latin typeface="Aptos"/>
                <a:ea typeface="Aptos"/>
                <a:cs typeface="Aptos"/>
              </a:defRPr>
            </a:pPr>
            <a:r>
              <a:t>Artifact: SRIB scale playbook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12036-96E0-4B50-B92B-10EA60C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48006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3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A60F9-F2DA-49E4-AB3C-8FE2526F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1581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Success measures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C8BAC-4D93-4E2F-923A-356F6472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5780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6923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Manager ritual adoption, employee feedback frequency, first-time manager confidence, and pulse movement on trust and clarity.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E33B5-C2EB-4952-BA6A-B7E7FAB9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48006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DF8F6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0E8CBA-D8D3-48EA-9149-6A8E1A04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959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Decision 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A636A-3C04-4676-845A-958F52E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57800"/>
            <a:ext cx="2686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315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Approve SRIB pilot scope, nominate leader sponsors, and authorize LMD collaboration for June-Dec 2026 execution.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48223A-6A9A-4441-85EA-2F0B7812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D96A6"/>
                </a:solidFill>
                <a:latin typeface="Aptos"/>
                <a:ea typeface="Aptos"/>
                <a:cs typeface="Aptos"/>
              </a:defRPr>
            </a:pPr>
            <a:r>
              <a:t>Samsung R&amp;D Institute Bangalore | SRIB Managers and Employees | June-Dec 2026</a:t>
            </a:r>
          </a:p>
        </p:txBody>
      </p:sp>
    </p:spTree>
    <p:extLst>
      <p:ext uri="{BB962C8B-B14F-4D97-AF65-F5344CB8AC3E}">
        <p14:creationId xmlns:p14="http://schemas.microsoft.com/office/powerpoint/2010/main" val="489873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2026-05-21T08:54:33.2470000Z</dcterms:created>
  <dcterms:modified xsi:type="dcterms:W3CDTF">2026-05-21T08:54:33.2470000Z</dcterms:modified>
</coreProperties>
</file>